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88952" cy="29260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64008" cy="2926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43032" y="274320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43032" y="566928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43032" y="85953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43032" y="1152144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43032" y="1444752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35640" y="274320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35640" y="56692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35640" y="859536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35640" y="1152144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35640" y="1444752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28248" y="274320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128248" y="566928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28248" y="85953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28248" y="1152144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28248" y="1444752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20856" y="274320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20856" y="56692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20856" y="859536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20856" y="1152144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20856" y="1444752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713464" y="274320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713464" y="566928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713464" y="85953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713464" y="1152144"/>
            <a:ext cx="109728" cy="1097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13464" y="1444752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148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RIPE-PPO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0E0EF"/>
                </a:solidFill>
              </a:rPr>
              <a:t>Reinforcement Learning Keypoint Detection with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166"/>
                </a:solidFill>
              </a:rPr>
              <a:t>Proximal Policy Optimization + Attention Descriptors + LO-RANSAC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8"/>
                </a:solidFill>
              </a:rPr>
              <a:t>Based on RIPE (ICCV 2025)  |  Modified Architecture  |  BTP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526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IMW2022 Dataset  •  VGG19 Backbone  •  50 000 Training Steps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5943600"/>
            <a:ext cx="237744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5989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B.Tech Project 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Why reinvent keypoint detection?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3749039" cy="256032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3749039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5039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What is Keypoint Detection?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97864"/>
            <a:ext cx="34747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Identify distinctive, repeatable points in images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Used in: SfM, SLAM, image matching, AR/VR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Key challenge: robust under illumination, viewpoint, scale change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Traditional: SIFT, ORB — hand-crafted, limited generalization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Learning-based: SuperPoint, DISK, ALIKE — supervised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RL-based: RIPE (ICCV 2025) — reward-driven selection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777240"/>
            <a:ext cx="3749039" cy="256032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777240"/>
            <a:ext cx="3749039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85039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Original RIPE (ICCV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197864"/>
            <a:ext cx="34747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REINFORCE policy gradient — binary selection policy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VGG19 backbone → multi-scale HyperColumn features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Simple descriptor head (linear projection only)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MNN matching + RANSAC pose estimation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Reward = inlier count from pose RANSAC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Limitation: high variance gradient (REINFORCE)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Limitation: no context in descriptors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Limitation: random RANSAC sampling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777240"/>
            <a:ext cx="3840480" cy="256032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777240"/>
            <a:ext cx="38404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850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Our Contributions (RIPE-PPO)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197864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PPO replaces REINFORCE — stable, clipped updates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Attention Descriptor Head — context-aware 256-d embeddings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LO-RANSAC — local optimisation, fewer iterations wasted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PROSAC ordering — best matches sampled first by RANSAC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InfoNCE loss — descriptor supervision without match labels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Synthetic homography bootstrapping (10% of batches)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BFloat16 mixed precision — 2x VRAM efficiency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11640312" cy="30632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1164031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Core Motivation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3657600" cy="2468880"/>
          </a:xfrm>
          <a:prstGeom prst="rect">
            <a:avLst/>
          </a:prstGeom>
          <a:solidFill>
            <a:srgbClr val="1A3A5C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05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REINFORCE Variance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1596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Policy gradient with Monte Carlo returns has extremely high variance.
PPO adds a value baseline and clips updates → stable, sample-efficient training.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3931920"/>
            <a:ext cx="3657600" cy="2468880"/>
          </a:xfrm>
          <a:prstGeom prst="rect">
            <a:avLst/>
          </a:prstGeom>
          <a:solidFill>
            <a:srgbClr val="1A3A5C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4005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Descriptor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31596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Linear projection ignores spatial context between keypoints.
Multi-head attention over HyperColumn features → richer, context-aware descriptors.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3931920"/>
            <a:ext cx="3657600" cy="2468880"/>
          </a:xfrm>
          <a:prstGeom prst="rect">
            <a:avLst/>
          </a:prstGeom>
          <a:solidFill>
            <a:srgbClr val="1A3A5C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4005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RANSAC Efficiency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431596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Uniform random sampling wastes iterations on bad matches.
PROSAC sorts by descriptor similarity → high-quality matches sampled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End-to-end pipeline: image pair → pose estimate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04672"/>
            <a:ext cx="129844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96112"/>
            <a:ext cx="12070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Image Pair
(384×384)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124712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8216" y="804672"/>
            <a:ext cx="129844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3936" y="896112"/>
            <a:ext cx="12070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VGG19
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1124712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804672"/>
            <a:ext cx="129844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896112"/>
            <a:ext cx="12070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HyperColumn
Features
960-d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124712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7448" y="804672"/>
            <a:ext cx="129844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896112"/>
            <a:ext cx="12070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PPO Policy
(Actor-Critic)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124712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804672"/>
            <a:ext cx="129844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896112"/>
            <a:ext cx="12070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Attention
Descriptor
256-d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1124712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80" y="804672"/>
            <a:ext cx="129844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896112"/>
            <a:ext cx="12070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PROSAC
+ MNN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124712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26296" y="804672"/>
            <a:ext cx="129844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896112"/>
            <a:ext cx="12070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LO-RANSAC
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52176" y="1124712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25912" y="804672"/>
            <a:ext cx="129844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71632" y="896112"/>
            <a:ext cx="12070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Reward
&amp; Loss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1965960"/>
            <a:ext cx="2880360" cy="26060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1965960"/>
            <a:ext cx="28803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0391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VGG19 Backbone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2386584"/>
            <a:ext cx="2606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19-layer deep CNN pretrained on ImageNet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Gradient checkpointing — saves ~40% VRAM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All layers trainable (freeze_layers = 0)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4 conv blocks → feature pyramid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Outputs: C1(64) C2(128) C3(256) C4(512)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1965960"/>
            <a:ext cx="2880360" cy="26060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0" y="1965960"/>
            <a:ext cx="28803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20391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HyperColumn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386584"/>
            <a:ext cx="2606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Bilinear interpolation at keypoint locations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Features from all 4 VGG conv blocks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Concatenated → 960-d per keypoint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Multi-scale context in single vector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Input to both policy head and descriptor head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965960"/>
            <a:ext cx="2880360" cy="26060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1965960"/>
            <a:ext cx="28803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20391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PPO Actor-Critic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386584"/>
            <a:ext cx="2606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Actor: logits → Bernoulli selection policy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Critic: value head → baseline for GAE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Clipped surrogate: clip(r, 1-ε, 1+ε)·A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ε = 0.1, 2 PPO epochs per rollout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GAE: λ=0.95, γ=0.99 for advantage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1965960"/>
            <a:ext cx="2880360" cy="26060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0" y="1965960"/>
            <a:ext cx="28803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20391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Attention Descriptor Head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2386584"/>
            <a:ext cx="2606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Linear(960 → 256) projection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Multi-Head Attention (4 heads) + residual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LayerNorm → FFN(256→512→256) + residual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Final LayerNorm → L2 normalisation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• InfoNCE loss (T=0.07) for supervision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709160"/>
            <a:ext cx="11731752" cy="19202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" y="4709160"/>
            <a:ext cx="117317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782312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PROSAC + LO-RANSAC Matching Pipeline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129784"/>
            <a:ext cx="114574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1. Top-K keypoints by detector score (score-guided pre-filter)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2. MNN matching with Kornia (th=1.0, ratio test disabled)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3. Sort matches by cosine similarity descending → PROSAC order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4. poselib.estimate_fundamental with progressive_sampling=True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5. LO-RANSAC: lo_iterations=25, max_iterations=1000, min_iterations=50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Changes from Original RIPE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What we modified and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2932938" cy="512064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1538" y="777240"/>
            <a:ext cx="2932938" cy="512064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7258" y="80467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Original RIPE (ICCV 2025)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6" y="777240"/>
            <a:ext cx="2932938" cy="512064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0196" y="80467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RIPE-PPO (Ours)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27414" y="777240"/>
            <a:ext cx="2932938" cy="512064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3134" y="80467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Benefit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89304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30759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Policy Gradient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1538" y="1289304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7258" y="130759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REINFORCE (high variance)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289304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0196" y="130759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PPO w/ clipped surrogate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7414" y="1289304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3134" y="130759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Stable, sample-efficient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801368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819656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Value 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61538" y="1801368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7258" y="1819656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1801368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0196" y="1819656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Critic network + GAE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27414" y="1801368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3134" y="1819656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Variance reduction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313432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331720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Descriptor Head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1538" y="2313432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7258" y="2331720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Linear(960→256)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4476" y="2313432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0196" y="2331720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Linear + MHA(4) + FFN + LN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27414" y="2313432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3134" y="2331720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Context-aware embeddings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2825496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2843784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Descriptor Loss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1538" y="2825496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7258" y="2843784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None (RL only)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4476" y="2825496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0196" y="2843784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InfoNCE (T=0.07)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27414" y="2825496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3134" y="2843784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Strong gradient signal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337560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355848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RANSAC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1538" y="3337560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7258" y="3355848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Standard random sampling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4476" y="3337560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40196" y="3355848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LO-RANSAC (lo_iter=25)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27414" y="3337560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3134" y="3355848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Higher inlier precision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3849624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386791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Match Ordering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1538" y="3849624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7258" y="386791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Random / unordered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4476" y="3849624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0196" y="386791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PROSAC (similarity-sorted)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27414" y="3849624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73134" y="3867912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Best matches tried first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4361688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4379976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Pre-filter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61538" y="4361688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7258" y="4379976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All keypoints to MNN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4476" y="4361688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40196" y="4379976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Top-K by detector score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27414" y="4361688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73134" y="4379976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Reduced MNN noise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873752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4892040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61538" y="4873752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7258" y="4892040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FP32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94476" y="4873752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40196" y="4892040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BF16-mixed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27414" y="4873752"/>
            <a:ext cx="2932938" cy="512064"/>
          </a:xfrm>
          <a:prstGeom prst="rect">
            <a:avLst/>
          </a:prstGeom>
          <a:solidFill>
            <a:srgbClr val="0F2238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73134" y="4892040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2× VRAM, 2× speed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5385816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5404104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Synthetic Data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61538" y="5385816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7258" y="5404104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94476" y="5385816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40196" y="5404104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10% synthetic homography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27414" y="5385816"/>
            <a:ext cx="2932938" cy="512064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73134" y="5404104"/>
            <a:ext cx="28414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Cold-start bootstrap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E0EF"/>
                </a:solidFill>
              </a:rPr>
              <a:t>Green = improvement    |    PROSAC &amp; LO-RANSAC act at inference only — no extra training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Training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Full-scale GPU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04672"/>
            <a:ext cx="3749039" cy="28346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3749039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77824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Training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25296"/>
            <a:ext cx="34747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Steps: 50,000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Batch size: 4 (effective: 16 w/ grad acc)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Gradient accumulation: 4 steps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Precision: BF16-mixed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Image resolution: 384 × 384 px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GPU: Single GPU (auto-detect)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Dataset: IMW2022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804672"/>
            <a:ext cx="3749039" cy="28346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804672"/>
            <a:ext cx="3749039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877824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Optimiser &amp; LR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225296"/>
            <a:ext cx="34747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LR: 1e-4 (warmup 500 steps)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Final LR: 1e-6 (linear decay)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Gradient clip norm: 1.0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Backbone: All VGG layers trained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Gradient checkpointing: 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LR scheduler: StepLinearLR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Warmup: 1% of total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804672"/>
            <a:ext cx="3749039" cy="28346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804672"/>
            <a:ext cx="3749039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877824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PPO Hyperparameters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225296"/>
            <a:ext cx="34747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Clip epsilon: 0.1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PPO epochs per rollout: 2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Entropy coef: 0.001 (warmup 500)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Value loss coef: 0.5 (warmup 500)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GAE lambda: 0.95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Discount gamma: 0.99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Rollout steps: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749039"/>
            <a:ext cx="3749039" cy="28346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749039"/>
            <a:ext cx="3749039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22191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Reward &amp;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69663"/>
            <a:ext cx="34747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Reward type: balanced (inlier ratio + count)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Reward scale: 1.0 (warmup 200 steps)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Reward norm momentum: 0.99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KP count floor: 380 (for 384px)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KP floor penalty: 0.5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KP floor warmup: 1000 steps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Alpha scheduler: plateau 0→1 over 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749039"/>
            <a:ext cx="3749039" cy="28346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749039"/>
            <a:ext cx="3749039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822191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Descriptor &amp;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69663"/>
            <a:ext cx="34747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Descriptor dim: 256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InfoNCE temperature: 0.07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Uniformity weight: 0.1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Desc loss weight: 0.5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Descriptor warmup: 0 steps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Synthetic ratio: 10% of batches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Margin anneal steps: 5000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3749039"/>
            <a:ext cx="3749039" cy="28346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749039"/>
            <a:ext cx="3749039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22191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Logging &amp; Checkpoints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69663"/>
            <a:ext cx="34747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Log interval: every 500 steps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Val interval: every 5000 steps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Checkpoint interval: every 5000 steps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W&amp;B mode: disabled (local logs)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Top-K keypoints (MNN): 1024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Min matches for RANSAC: 2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Output: ./outputs/ripe_imw2022/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Training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GPU run snapshot — first 3 steps (50k planned)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Early Training Signals (GPU — BF16-mixed, 384px, Full VGG)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662901" cy="388620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16152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7221" y="1188720"/>
            <a:ext cx="1662901" cy="388620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2941" y="1216152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PPO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123" y="1188720"/>
            <a:ext cx="1662901" cy="388620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5843" y="1216152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Desc 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63025" y="1188720"/>
            <a:ext cx="1662901" cy="388620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8745" y="1216152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Reward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25926" y="1188720"/>
            <a:ext cx="1662901" cy="388620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1646" y="1216152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Inliers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88828" y="1188720"/>
            <a:ext cx="1662901" cy="388620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4548" y="1216152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Keypoints (img1/img2)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51730" y="1188720"/>
            <a:ext cx="1662901" cy="388620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7450" y="1216152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57734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59562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 / 50000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7221" y="157734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82941" y="159562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0.5084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123" y="157734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5843" y="159562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2.7417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63025" y="157734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8745" y="159562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0.564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25926" y="157734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1646" y="159562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29.1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8828" y="157734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34548" y="159562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656 / 645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51730" y="157734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97450" y="159562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Warmup phase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1965960"/>
            <a:ext cx="1662901" cy="38862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198424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 / 50000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37221" y="1965960"/>
            <a:ext cx="1662901" cy="38862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82941" y="198424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0.5108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00123" y="1965960"/>
            <a:ext cx="1662901" cy="38862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5843" y="198424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3.4007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63025" y="1965960"/>
            <a:ext cx="1662901" cy="38862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8745" y="198424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0.625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926" y="1965960"/>
            <a:ext cx="1662901" cy="38862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71646" y="198424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82.8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88828" y="1965960"/>
            <a:ext cx="1662901" cy="38862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34548" y="198424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636 / 651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51730" y="1965960"/>
            <a:ext cx="1662901" cy="388620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97450" y="198424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Rapid climb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35458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237286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 / 50000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37221" y="235458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82941" y="237286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0.5089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00123" y="235458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45843" y="237286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2.0719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63025" y="235458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8745" y="237286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0.631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25926" y="235458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71646" y="237286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88.6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88828" y="235458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34548" y="237286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643 / 650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51730" y="2354580"/>
            <a:ext cx="1662901" cy="388620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97450" y="2372868"/>
            <a:ext cx="1571461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Stabilising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Key Observations from Early Training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291840"/>
            <a:ext cx="2816352" cy="2560320"/>
          </a:xfrm>
          <a:prstGeom prst="rect">
            <a:avLst/>
          </a:prstGeom>
          <a:solidFill>
            <a:srgbClr val="122B45"/>
          </a:solidFill>
          <a:ln w="1905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3291840"/>
            <a:ext cx="2816352" cy="4572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364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7CC99"/>
                </a:solidFill>
              </a:rPr>
              <a:t>Reward Rising Fast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3749039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Reward jumped 0.564 → 0.631 in just 3 steps (+12%). Inlier count exploded
from 29 → 88 (+204%) — policy immediately learns to select better keypoints.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0" y="3291840"/>
            <a:ext cx="2816352" cy="2560320"/>
          </a:xfrm>
          <a:prstGeom prst="rect">
            <a:avLst/>
          </a:prstGeom>
          <a:solidFill>
            <a:srgbClr val="122B45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00400" y="3291840"/>
            <a:ext cx="2816352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91840" y="3364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Loss Healthy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1840" y="3749039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PPO loss stable ~0.509 (no divergence). Desc loss 2.74 → 2.07 (-25%) —
InfoNCE pulling descriptors apart even in early warmup steps.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0" y="3291840"/>
            <a:ext cx="2816352" cy="2560320"/>
          </a:xfrm>
          <a:prstGeom prst="rect">
            <a:avLst/>
          </a:prstGeom>
          <a:solidFill>
            <a:srgbClr val="122B45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480" y="3291840"/>
            <a:ext cx="28163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0" y="3364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Keypoints Stable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3749039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~640 keypoints selected per image — within expected range for 384px
images. KP count floor (380) not triggered — policy naturally above floor.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3291840"/>
            <a:ext cx="2816352" cy="2560320"/>
          </a:xfrm>
          <a:prstGeom prst="rect">
            <a:avLst/>
          </a:prstGeom>
          <a:solidFill>
            <a:srgbClr val="122B4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52560" y="3291840"/>
            <a:ext cx="2816352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0" y="3364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Run Interrupted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3749039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Training stopped after step 3 (likely OOM or CUDA assert).
Fix: reduce batch_size to 2, image_size to 320, num_workers to 2.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989320"/>
            <a:ext cx="11640312" cy="658368"/>
          </a:xfrm>
          <a:prstGeom prst="rect">
            <a:avLst/>
          </a:prstGeom>
          <a:solidFill>
            <a:srgbClr val="1A3A5C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Expected Full-Run Trajectory (50k steps):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32764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0-5k: Warmup — reward 0.5-0.7, desc loss falling   |   5-20k: Policy sharpens — reward 0.7-0.9, inliers 60-100   |   20-50k: Convergence — reward &gt;0.9, stable keypoint selection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Evaluation on IMW2022 test split — 126 image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828800" cy="1371600"/>
          </a:xfrm>
          <a:prstGeom prst="rect">
            <a:avLst/>
          </a:prstGeom>
          <a:solidFill>
            <a:srgbClr val="122B45"/>
          </a:solidFill>
          <a:ln w="1905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8869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7CC99"/>
                </a:solidFill>
              </a:rPr>
              <a:t>61.9%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08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Overall
Success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777240"/>
            <a:ext cx="1828800" cy="1371600"/>
          </a:xfrm>
          <a:prstGeom prst="rect">
            <a:avLst/>
          </a:prstGeom>
          <a:solidFill>
            <a:srgbClr val="122B45"/>
          </a:solidFill>
          <a:ln w="1905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8869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7CC99"/>
                </a:solidFill>
              </a:rPr>
              <a:t>74.5%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1508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Positive Pair
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777240"/>
            <a:ext cx="1828800" cy="1371600"/>
          </a:xfrm>
          <a:prstGeom prst="rect">
            <a:avLst/>
          </a:prstGeom>
          <a:solidFill>
            <a:srgbClr val="122B45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8869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90E0EF"/>
                </a:solidFill>
              </a:rPr>
              <a:t>82.1%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6" y="1508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Negative Pair
Specificity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777240"/>
            <a:ext cx="1828800" cy="1371600"/>
          </a:xfrm>
          <a:prstGeom prst="rect">
            <a:avLst/>
          </a:prstGeom>
          <a:solidFill>
            <a:srgbClr val="122B45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8869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66"/>
                </a:solidFill>
              </a:rPr>
              <a:t>46.4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508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Avg Inliers
per Pair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5592" y="777240"/>
            <a:ext cx="1828800" cy="1371600"/>
          </a:xfrm>
          <a:prstGeom prst="rect">
            <a:avLst/>
          </a:prstGeom>
          <a:solidFill>
            <a:srgbClr val="122B45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8869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66"/>
                </a:solidFill>
              </a:rPr>
              <a:t>107.2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1508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Avg Matches
per Pair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777240"/>
            <a:ext cx="1828800" cy="1371600"/>
          </a:xfrm>
          <a:prstGeom prst="rect">
            <a:avLst/>
          </a:prstGeom>
          <a:solidFill>
            <a:srgbClr val="122B45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8869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90E0EF"/>
                </a:solidFill>
              </a:rPr>
              <a:t>0.411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08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Avg Inlier
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3042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Before vs After Pipeline Fixes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43200"/>
            <a:ext cx="1440180" cy="49638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770632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Metric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4500" y="2743200"/>
            <a:ext cx="1440180" cy="49638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60220" y="2770632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Before 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2743200"/>
            <a:ext cx="1440180" cy="49638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770632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After Fix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94860" y="2743200"/>
            <a:ext cx="1440180" cy="49638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0580" y="2770632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39588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257876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Overall success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4500" y="3239588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60220" y="3257876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54.8%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239588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3257876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61.9%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94860" y="3239588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0580" y="3257876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7CC99"/>
                </a:solidFill>
              </a:rPr>
              <a:t>+7.1pp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35977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754265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Positive success rate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14500" y="3735977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60220" y="3754265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68.4%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3735977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3754265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74.5%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94860" y="3735977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0580" y="3754265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7CC99"/>
                </a:solidFill>
              </a:rPr>
              <a:t>+6.1pp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232365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250653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Negative specificity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14500" y="4232365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60220" y="4250653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92.9%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54680" y="4232365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0" y="4250653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82.1%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94860" y="4232365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40580" y="4250653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6B"/>
                </a:solidFill>
              </a:rPr>
              <a:t>-10.8pp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728754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4747042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Avg inliers (positive)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14500" y="4728754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60220" y="4747042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48.52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54680" y="4728754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0" y="4747042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51.82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94860" y="4728754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40580" y="4747042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7CC99"/>
                </a:solidFill>
              </a:rPr>
              <a:t>+3.3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225142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243430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Avg matches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14500" y="5225142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60220" y="5243430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90.49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54680" y="5225142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0" y="5243430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107.24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94860" y="5225142"/>
            <a:ext cx="1440180" cy="496388"/>
          </a:xfrm>
          <a:prstGeom prst="rect">
            <a:avLst/>
          </a:prstGeom>
          <a:solidFill>
            <a:srgbClr val="122B45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40580" y="5243430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7CC99"/>
                </a:solidFill>
              </a:rPr>
              <a:t>+16.75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721531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" y="5739819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Avg inlier ratio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714500" y="5721531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760220" y="5739819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0.454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54680" y="5721531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0" y="5739819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0.411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94860" y="5721531"/>
            <a:ext cx="1440180" cy="496388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40580" y="5739819"/>
            <a:ext cx="1348740" cy="49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-0.043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2304288"/>
            <a:ext cx="5285232" cy="182880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217920" y="2304288"/>
            <a:ext cx="52852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55080" y="2377440"/>
            <a:ext cx="5010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7CC99"/>
                </a:solidFill>
              </a:rPr>
              <a:t>Positive Pair Performance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55080" y="2724912"/>
            <a:ext cx="5010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74.5% of positive pairs correctly matched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Avg 51.8 inliers — strong geometric verification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Inlier gap: positive 51.8 vs negative 27.4 = 1.89x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Well-separated — threshold at 35-40 inliers works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4251960"/>
            <a:ext cx="5285232" cy="196596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17920" y="4251960"/>
            <a:ext cx="52852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55080" y="4325112"/>
            <a:ext cx="5010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Known Issues &amp; Next Steps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55080" y="4672584"/>
            <a:ext cx="50109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Negative false positive rate rose to 17.9%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Root cause: test images at native res (1669 kpts)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Training resolution: 384px → ~640 keypoints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Fix: force test to 384x384 to match training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Raise inlier threshold from ~10 to 35 for negative rejection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Full 50k GPU run needed for convergence comparison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6016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Confusion Matrix (126 pairs)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6355080"/>
            <a:ext cx="1920240" cy="47548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" y="639165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2194560" y="6355080"/>
            <a:ext cx="1920240" cy="47548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240280" y="639165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Pred: Match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14800" y="6355080"/>
            <a:ext cx="1920240" cy="47548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60520" y="639165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Pred: No Match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6830568"/>
            <a:ext cx="1920240" cy="47548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0040" y="686714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True: +ve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94560" y="6830568"/>
            <a:ext cx="1920240" cy="475488"/>
          </a:xfrm>
          <a:prstGeom prst="rect">
            <a:avLst/>
          </a:prstGeom>
          <a:solidFill>
            <a:srgbClr val="57CC99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40280" y="686714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TP = 73  (74.5%)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14800" y="6830568"/>
            <a:ext cx="1920240" cy="475488"/>
          </a:xfrm>
          <a:prstGeom prst="rect">
            <a:avLst/>
          </a:prstGeom>
          <a:solidFill>
            <a:srgbClr val="3A181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60520" y="686714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FN = 25  (25.5%)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7306056"/>
            <a:ext cx="1920240" cy="47548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0040" y="734263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True: -ve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194560" y="7306056"/>
            <a:ext cx="1920240" cy="475488"/>
          </a:xfrm>
          <a:prstGeom prst="rect">
            <a:avLst/>
          </a:prstGeom>
          <a:solidFill>
            <a:srgbClr val="3A181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40280" y="734263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FP =  5  (17.9%)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0" y="7306056"/>
            <a:ext cx="1920240" cy="475488"/>
          </a:xfrm>
          <a:prstGeom prst="rect">
            <a:avLst/>
          </a:prstGeom>
          <a:solidFill>
            <a:srgbClr val="57CC99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60520" y="734263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TN = 23  (82.1%)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Contributions, results,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486400" cy="530352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486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503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What We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97864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Replaced REINFORCE with PPO — stable clipped surrogate training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Added context-aware Attention Descriptor Head (MHA + FFN + LN)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Integrated LO-RANSAC with PROSAC match ordering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InfoNCE loss + synthetic homography bootstrapping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74.5% positive recall on IMW2022 test split (126 pairs)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Overall success rate: 61.9% — competitive with base RIPE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BF16-mixed precision — 2x VRAM efficiency for GPU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777240"/>
            <a:ext cx="5971032" cy="283464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777240"/>
            <a:ext cx="5971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850392"/>
            <a:ext cx="5696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Remaining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197864"/>
            <a:ext cx="56967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GPU training stopped at step 3 — OOM or CUDA assert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Fix: batch_size=2, image_size=320, num_workers=2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Test resolution mismatch (native res vs 384px training)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Fix: force test to 384×384 in test_models.py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Negative false positive rate increased to 17.9%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0E0EF"/>
                </a:solidFill>
              </a:rPr>
              <a:t>   Fix: raise inlier threshold to 35-40 for decision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Full 50k step run needed for convergence study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749039"/>
            <a:ext cx="5971032" cy="2331720"/>
          </a:xfrm>
          <a:prstGeom prst="rect">
            <a:avLst/>
          </a:prstGeom>
          <a:solidFill>
            <a:srgbClr val="122B4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749039"/>
            <a:ext cx="5971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822191"/>
            <a:ext cx="5696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7CC99"/>
                </a:solidFill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69663"/>
            <a:ext cx="569671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Complete 50k GPU training run with stable config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Evaluate on MegaDepth-1500 and HPatches benchmarks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Multi-GPU DDP training for larger batch sizes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Explore adaptive KP count floor scheduling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Ablation: PPO vs REINFORCE vs supervised DISK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Attention heads ablation: 1 / 2 / 4 / 8 heads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Integrate with full SfM pipeline (COLMAP)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</a:rPr>
              <a:t>RIPE-PPO  •  PPO + Attention Descriptor + LO-RANSAC + PROSAC  •  IMW2022  •  BTP 2025-26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